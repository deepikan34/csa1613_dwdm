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3A29F-F7F0-435F-8D15-D65D9F3A52C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76CCE-2929-45B9-9B8A-8BCFC5FE7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1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14FD-9C7B-F586-6B51-10BF5E69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68068-3C19-902A-1975-9F50A338C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EEC6-5BE5-DE7F-A252-040EB3A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DF6B-90C2-C19A-A4E8-48AA09CC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0E29F-4BA4-6110-5F8A-60F2E37A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39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DC6A-3F57-385C-155C-F88429C3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7F6B-CEBF-E599-D13D-F81DB236B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EB5A-53CD-F1AA-66D7-D1C20A8C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431AB-8BF7-BC31-0BA8-C44DE584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EA29-04D7-37DA-4DA5-1F7BCF72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7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CEC1-FAF3-CCC7-7592-7E1E67FA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7DB4C-69C0-B26D-850F-1A10ACDE0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D9221-96CE-F368-11BC-F1951904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89F91-870F-0EE1-4760-806B38B7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D1408-24D4-3B98-0BB6-70061512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23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4397-1375-8FB9-29DF-B032B693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5E60-F6ED-EC02-BE20-0000E293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5110C-AC4A-12D8-A60E-5A1895D5D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54A52-CF31-EA80-4CC7-775AACDC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7F661-1C97-8620-8CB3-990B2105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6F1A4-D189-D801-0E2A-86D41D89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3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8320-A282-07FD-106B-365DC8CC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1814D-5645-95F0-FCDB-0B93350C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546FA-0770-2B7E-DB04-93A4346AE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0BF8B-A5FF-ADCF-1E4E-E5E485A4A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A3690-EF49-DD75-33D0-1C5BFCC7A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D3D893-5EC0-F2ED-3AAE-36D46013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407B9-01F9-62C9-E4AD-31C3FF61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DD95C-9B68-E3E6-0B8C-7593970C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2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507C-9313-FCB7-17CF-EED88BE6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F30-2009-F1E9-4FB6-B5B0EC67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5DB5C-3577-8CFB-167D-F64558CB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32C10-787B-C3E7-9D22-47FE3CC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31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9BA1D9-31FF-C749-3408-C7CEBDB8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3E941-9E6D-5B8C-7773-E81F57FD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A818-0A0D-7E2B-AF89-A54DE2B9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59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4BDF-758D-4CC4-FF8D-126EB2D1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E4CE-6B96-238B-4BD2-0C2A6496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7149F-E64D-7351-2821-2C57C700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1EF66-AC7D-7BE3-6EE1-F4750C1A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1D01E-0F51-F5F8-8EFC-6C97B27C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D065E-3182-5D54-FC37-C6617B63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0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AAFE-F3B7-D0A5-6AE1-B4D821DE4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96585-2CE5-2F86-F03D-7B2869805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DAF28-11E2-C9AF-4580-5BCF133DF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D10C-5D8A-38CC-2BDC-A153F3B9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5AA5D-E401-B64D-504A-8A2378569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A1872-2280-1EBC-43FD-FDB6DCA8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1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D407-485D-0326-4799-A9A0AF4E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1252D-5127-8798-41FE-3E12FA8AA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DCE55-14DD-0451-8CFF-8B6E485C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5E72-C26C-8DA0-7561-9C28BC49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6AE6-D7FF-DD02-FD9B-B2046BAA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69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A34F2-2C37-DDCB-B5D9-07D2B82A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18727-C946-D897-1786-783068AA1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BF920-75AE-4BEC-E24D-CD17C6B3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6375-A325-23DF-BEA9-74142034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928AC-3AD1-21FF-70FC-62F8D634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7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78B876-2D41-F7B0-70D2-DAA8FA79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466F-D468-BF1C-E289-013AC832D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B7704-ABE4-0B9D-0609-B3273DAB8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49733-86A0-4240-B846-1280DBC3875D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0491-0AC0-1232-F048-95D8B6F27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94F8-7D96-6DFB-03F0-25D1B9FCB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EF2C3-BEDA-40B1-8A3A-1E1FC953EC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82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44" y="315294"/>
            <a:ext cx="9143997" cy="936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2890" y="1500000"/>
            <a:ext cx="1018622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0000"/>
                </a:solidFill>
                <a:latin typeface="Times New Roman"/>
                <a:cs typeface="Times New Roman"/>
              </a:rPr>
              <a:t>Business Intelligence Platform for Sales Forecasting and Cross-Selling Analysis</a:t>
            </a:r>
          </a:p>
          <a:p>
            <a:pPr algn="ctr">
              <a:spcBef>
                <a:spcPts val="600"/>
              </a:spcBef>
            </a:pPr>
            <a:r>
              <a:rPr sz="2400" b="1" i="0">
                <a:solidFill>
                  <a:srgbClr val="C00000"/>
                </a:solidFill>
                <a:latin typeface="Times New Roman"/>
                <a:cs typeface="Times New Roman"/>
              </a:rPr>
              <a:t>Using OLAP, Predictive Analytics and Frequent Pattern Mining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C9DB0-3708-5BD0-1D36-901F3939B8C0}"/>
              </a:ext>
            </a:extLst>
          </p:cNvPr>
          <p:cNvSpPr txBox="1"/>
          <p:nvPr/>
        </p:nvSpPr>
        <p:spPr>
          <a:xfrm>
            <a:off x="3048000" y="321601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/>
                <a:cs typeface="Times New Roman"/>
              </a:rPr>
              <a:t>CSA1613-</a:t>
            </a:r>
            <a:r>
              <a:rPr lang="en-US" sz="2200" b="1" i="0" dirty="0">
                <a:solidFill>
                  <a:srgbClr val="000000"/>
                </a:solidFill>
                <a:latin typeface="Times New Roman"/>
                <a:cs typeface="Times New Roman"/>
              </a:rPr>
              <a:t>DATA WAREHOUSING AND DATA MINING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F8B76-8DEF-3A16-FF07-E43FF51382C2}"/>
              </a:ext>
            </a:extLst>
          </p:cNvPr>
          <p:cNvSpPr txBox="1"/>
          <p:nvPr/>
        </p:nvSpPr>
        <p:spPr>
          <a:xfrm>
            <a:off x="845573" y="4650657"/>
            <a:ext cx="5053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GUIDED BY: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      DR.S.RENUGA</a:t>
            </a:r>
          </a:p>
          <a:p>
            <a:r>
              <a:rPr lang="en-IN" dirty="0"/>
              <a:t>              PROFESSOR</a:t>
            </a:r>
          </a:p>
          <a:p>
            <a:r>
              <a:rPr lang="en-IN" dirty="0"/>
              <a:t>              PROGRAMMING DEPARTMENT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CB95E-4FDD-6BE2-5884-D61DEC373F89}"/>
              </a:ext>
            </a:extLst>
          </p:cNvPr>
          <p:cNvSpPr txBox="1"/>
          <p:nvPr/>
        </p:nvSpPr>
        <p:spPr>
          <a:xfrm>
            <a:off x="7541341" y="4650657"/>
            <a:ext cx="45425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PRESENTING:</a:t>
            </a:r>
          </a:p>
          <a:p>
            <a:endParaRPr lang="en-IN" dirty="0"/>
          </a:p>
          <a:p>
            <a:r>
              <a:rPr lang="en-IN" dirty="0"/>
              <a:t>     N.DEEPIKA (192421233)</a:t>
            </a:r>
          </a:p>
          <a:p>
            <a:r>
              <a:rPr lang="en-IN" dirty="0"/>
              <a:t>     T.HARIPRIYA (192421421)</a:t>
            </a:r>
          </a:p>
          <a:p>
            <a:r>
              <a:rPr lang="en-IN" dirty="0"/>
              <a:t>     J.ROSE MYSTICA (192421410)</a:t>
            </a:r>
          </a:p>
          <a:p>
            <a:r>
              <a:rPr lang="en-IN" dirty="0"/>
              <a:t>     S.RITHIKA(192421211)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This project presents a Business Intelligence platform that turns raw retail sales data into actionable business decisions.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Data is collected, cleaned and loaded into a star-schema data warehouse using an ETL process.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OLAP operations analyse sales by time, product and region, while predictive models forecast future sales.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Frequent pattern mining (Apriori / FP-Growth) finds products bought together to support cross-selling.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Sales data is scattered across sources and is often inconsistent or incomplete.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Manual reports make it hard to explore sales by time, product and region.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Poor demand forecasting leads to overstocking, stock-outs and lost revenue.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Hidden buying patterns are unused, so cross-selling opportunities are missed.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A unified BI platform is needed for integrated, analytical and predictive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250000"/>
            <a:ext cx="10192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Build an integrated data warehouse by collecting, cleaning and transforming sales data.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Analyse sales from multiple perspectives using OLAP and dashboards.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Forecast future sales using predictive analytics.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Discover frequent itemsets and association rules for cross-selling.</a:t>
            </a:r>
          </a:p>
          <a:p>
            <a:pPr marL="342900" indent="-342900" algn="just">
              <a:lnSpc>
                <a:spcPct val="110000"/>
              </a:lnSpc>
              <a:spcAft>
                <a:spcPts val="1000"/>
              </a:spcAft>
              <a:buFont typeface="Wingdings" pitchFamily="2" charset="2"/>
              <a:buChar char="§"/>
            </a:pPr>
            <a:r>
              <a:rPr sz="2400" b="0" i="0">
                <a:solidFill>
                  <a:srgbClr val="000000"/>
                </a:solidFill>
                <a:latin typeface="Times New Roman"/>
                <a:cs typeface="Times New Roman"/>
              </a:rPr>
              <a:t>Support data-driven decisions to increase revenue and reduce stock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315293"/>
            <a:ext cx="11517085" cy="102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8426" y="1450000"/>
            <a:ext cx="1083514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  <a:cs typeface="Times New Roman"/>
              </a:rP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1000" y="22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1000" y="27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1000" y="24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1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Data Collection, Cleaning &amp; Data Warehousing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1000" y="22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21000" y="27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1000" y="24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2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Sales Analysis &amp; Business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000" y="43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1000" y="48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1000" y="45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3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Sales Forecasting and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1000" y="4350000"/>
            <a:ext cx="5100000" cy="175000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58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21000" y="4805000"/>
            <a:ext cx="840000" cy="84000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 i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1000" y="4500000"/>
            <a:ext cx="3700000" cy="1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Times New Roman"/>
                <a:cs typeface="Times New Roman"/>
              </a:rPr>
              <a:t>MODULE 4</a:t>
            </a:r>
          </a:p>
          <a:p>
            <a:r>
              <a:rPr sz="2000" b="1" i="0">
                <a:solidFill>
                  <a:srgbClr val="000000"/>
                </a:solidFill>
                <a:latin typeface="Times New Roman"/>
                <a:cs typeface="Times New Roman"/>
              </a:rPr>
              <a:t>Cross-Selling and Association Rule Mining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293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Nikhitha Pittam</dc:creator>
  <cp:lastModifiedBy>DEEPIKA DEEPIKA</cp:lastModifiedBy>
  <cp:revision>8</cp:revision>
  <dcterms:created xsi:type="dcterms:W3CDTF">2026-07-30T09:01:12Z</dcterms:created>
  <dcterms:modified xsi:type="dcterms:W3CDTF">2026-10-21T07:04:04Z</dcterms:modified>
</cp:coreProperties>
</file>